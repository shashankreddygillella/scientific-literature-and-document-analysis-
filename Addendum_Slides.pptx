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1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 &amp; Pipeline Flow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298448" cy="2331720"/>
          </a:xfrm>
          <a:prstGeom prst="roundRect">
            <a:avLst>
              <a:gd name="adj" fmla="val 422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1527048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110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6072" y="2240280"/>
            <a:ext cx="1152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bytes read once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801368" y="2418588"/>
            <a:ext cx="9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92808" y="1417320"/>
            <a:ext cx="1298448" cy="2331720"/>
          </a:xfrm>
          <a:prstGeom prst="roundRect">
            <a:avLst>
              <a:gd name="adj" fmla="val 422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65960" y="1527048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10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Chain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2240280"/>
            <a:ext cx="1152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→ pdfplumber → pdfminer → PyPDF2 → OCR (Tesseract); best-scoring candidate selected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191256" y="2418588"/>
            <a:ext cx="9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82696" y="1417320"/>
            <a:ext cx="1298448" cy="2331720"/>
          </a:xfrm>
          <a:prstGeom prst="roundRect">
            <a:avLst>
              <a:gd name="adj" fmla="val 422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1527048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</a:t>
            </a:r>
            <a:endParaRPr lang="en-US" sz="110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Parsing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2240280"/>
            <a:ext cx="1152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Whitespace/OCR repair; title, abstract, intro detected; references excluded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581144" y="2418588"/>
            <a:ext cx="9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72584" y="1417320"/>
            <a:ext cx="1298448" cy="2331720"/>
          </a:xfrm>
          <a:prstGeom prst="roundRect">
            <a:avLst>
              <a:gd name="adj" fmla="val 422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45736" y="1527048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45736" y="2240280"/>
            <a:ext cx="1152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Sentence-preserving, section-aware chunks; front-matter prioritized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971032" y="2418588"/>
            <a:ext cx="9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62472" y="1417320"/>
            <a:ext cx="1298448" cy="2331720"/>
          </a:xfrm>
          <a:prstGeom prst="roundRect">
            <a:avLst>
              <a:gd name="adj" fmla="val 422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35624" y="1527048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</a:t>
            </a:r>
            <a:endParaRPr lang="en-US" sz="110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35624" y="2240280"/>
            <a:ext cx="1152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 stored per document hash; sidecar JSON metadata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360920" y="2418588"/>
            <a:ext cx="9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52360" y="1417320"/>
            <a:ext cx="1298448" cy="2331720"/>
          </a:xfrm>
          <a:prstGeom prst="roundRect">
            <a:avLst>
              <a:gd name="adj" fmla="val 4225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25512" y="1527048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&amp;</a:t>
            </a:r>
            <a:endParaRPr lang="en-US" sz="110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25512" y="2240280"/>
            <a:ext cx="1152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semantic + TF-IDF lexical; MMR diversity; context-budget selection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8750808" y="2418588"/>
            <a:ext cx="9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842248" y="1417320"/>
            <a:ext cx="1298448" cy="2331720"/>
          </a:xfrm>
          <a:prstGeom prst="roundRect">
            <a:avLst>
              <a:gd name="adj" fmla="val 4225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15400" y="1527048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QA</a:t>
            </a:r>
            <a:endParaRPr lang="en-US" sz="110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(Ollama)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15400" y="2240280"/>
            <a:ext cx="1152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answers using retrieved context only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0140696" y="2418588"/>
            <a:ext cx="9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232136" y="1417320"/>
            <a:ext cx="1298448" cy="2331720"/>
          </a:xfrm>
          <a:prstGeom prst="roundRect">
            <a:avLst>
              <a:gd name="adj" fmla="val 422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305288" y="1527048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</a:t>
            </a:r>
            <a:endParaRPr lang="en-US" sz="110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305288" y="2240280"/>
            <a:ext cx="1152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Unsupported-token scan → repair pass if triggered → final answer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50292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80160" y="3986784"/>
            <a:ext cx="201168" cy="1645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554480" y="39502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Indexing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94760" y="3986784"/>
            <a:ext cx="201168" cy="16459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069080" y="39502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Generation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3986784"/>
            <a:ext cx="201168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83680" y="39502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Guardrails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44348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retrieval is single-pass (no autonomous re-retrieval loop) — the guardrail step is a deterministic rule-based check and rewrite, not a confidence-driven agentic decision. This scope is intentional and stated explicitly, not implied otherwise.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" y="5212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implemented directly from scientific_rag.py and app.py (chat-prepare / chat-query endpoints)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/ QA Trace &amp; Observability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captured output — instrumentation added to scientific_rag.py, run against the live system (terminal log, Aug 13 2026):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55680" cy="3337560"/>
          </a:xfrm>
          <a:prstGeom prst="roundRect">
            <a:avLst>
              <a:gd name="adj" fmla="val 1644"/>
            </a:avLst>
          </a:prstGeom>
          <a:solidFill>
            <a:srgbClr val="1B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470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[RETRIEVE] question: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49040" y="184708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F3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'what is the file about'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854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[RETRIEVE] chunks_selected: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218541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F3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2374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[GENERATE] raw_answer: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49040" y="252374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F3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'...framework for representing heterogeneous multimodal content...'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8620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[GUARDRAIL]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49040" y="286207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F3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unsupported claims found, no repair triggered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[RETRIEVE] question: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49040" y="334670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F3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'what is the date of this'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6850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[RETRIEVE] chunks_selected: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0" y="368503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F3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[GENERATE] raw_answer: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49040" y="40233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F3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'The document does not clearly specify the date.'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3616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[GUARDRAIL]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49040" y="436168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F3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unsupported claims found, no repair triggered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521208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across 24 real test questions (including 4 designed to bait fabrication), the repair pass never triggered — the LLM consistently self-refused via prompt-level grounding before generation completed. The guardrail is a safety net; prompt design does the primary grounding work here.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58064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(separate test document/session): asked "what is RAG", the system answered “RAG stands for 'Relevance-Aware Graph'” — incorrect and ungrounded. Shows the guardrail's numeric/date scan doesn't cover invented definitions — a real, named scope limitation.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— Measured Results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Quality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303520" cy="530352"/>
          </a:xfrm>
          <a:prstGeom prst="roundRect">
            <a:avLst>
              <a:gd name="adj" fmla="val 8621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Rate@4 (proxy: grounded-answer correctness)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0" y="178308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(19/20)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404872"/>
            <a:ext cx="5303520" cy="530352"/>
          </a:xfrm>
          <a:prstGeom prst="roundRect">
            <a:avLst>
              <a:gd name="adj" fmla="val 8621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40487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0" y="240487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950" b="1" i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computable</a:t>
            </a:r>
            <a:endParaRPr lang="en-US" sz="950" dirty="0"/>
          </a:p>
          <a:p>
            <a:pPr marL="0" indent="0" algn="r">
              <a:lnSpc>
                <a:spcPts val="1050"/>
              </a:lnSpc>
              <a:buNone/>
            </a:pPr>
            <a:r>
              <a:rPr lang="en-US" sz="950" b="1" i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(preview-only logs)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3026664"/>
            <a:ext cx="5303520" cy="530352"/>
          </a:xfrm>
          <a:prstGeom prst="roundRect">
            <a:avLst>
              <a:gd name="adj" fmla="val 8621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02666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size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0" y="302666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questions, 1 document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6364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Groundedness / Accuracy / Hallucination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17830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(claims trace to context)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509760" y="1783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(20/20)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24028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2240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 (matches real paper)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509760" y="2240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(20/20)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269748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26974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LLM hallucination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09760" y="2697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(20/20)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154680"/>
            <a:ext cx="5303520" cy="384048"/>
          </a:xfrm>
          <a:prstGeom prst="roundRect">
            <a:avLst>
              <a:gd name="adj" fmla="val 11905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31546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system hallucination 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09760" y="3154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(0/20)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794760"/>
            <a:ext cx="11064240" cy="2606040"/>
          </a:xfrm>
          <a:prstGeom prst="roundRect">
            <a:avLst>
              <a:gd name="adj" fmla="val 2105"/>
            </a:avLst>
          </a:prstGeom>
          <a:solidFill>
            <a:srgbClr val="F4FA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3931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definitions: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4206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= every factual claim in the answer traces to the retrieved context (1.0 full / 0.5 partial / 0 unsupported). Factual Accuracy = answer content matches the real source document (correct refusals count as accurate). Hallucination = answer states a claim not supported by the source document, including confident refusal-avoidance (e.g., inventing a name, number, or date).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8463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20Q and 24Q sets are NOT identical: the 24Q set = the same 20 questions + 4 additional questions designed to bait guardrail fabrication (none triggered it). The 0% system hallucination rate reflects two separate terminal-verified runs (Aug 15, Aug 18); the Q6 fabrication and "what is RAG" ungrounded answer occurred in earlier, non-terminal-logged chat-UI sessions on different test documents — shown for transparency, not included in the 0% figure, which is scoped to the terminal-verified runs only. Baseline hallucination is 100% by test design: all 20 questions are document-specific facts a no-context baseline cannot know — this measures the value of grounding, not baseline model quality in general.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Evaluation: Speed &amp; Trust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comparison: manually searching the source PDF vs. asking the system — same 4 questions, same document (RAG-Anything paper):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7315200" cy="23774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Search 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&amp; institution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core components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Dual-graph construction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69164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92440" y="19659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~78%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321040" y="26974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spent finding an answer, on average (n=4)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Adoption Judgment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4617720"/>
            <a:ext cx="11109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researcher trust and adopt this over a general chatbot? Based on our own testing: yes, conditionally. Across two terminal-verified test runs (Aug 15, Aug 18), the system never fabricated a fact and correctly refused when evidence was insufficient (0/20 hallucinations both runs) — the specific behavior needed to earn trust for factual lookup. Every answer is traceable to the source document, unlike a general chatbot, which cannot show its source at all. The honest caveat: we also observed the system fail this standard in earlier, non-terminal-logged sessions (Q6, and an unrelated "what is RAG" query) — so trust is warranted for verified, instrumented use, not yet for unmonitored production use at this stage of testing.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17220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note: n=4 questions, single tester, single document — a small-scale pilot measurement, not a statistically powered study.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956</Words>
  <Application>Microsoft Office PowerPoint</Application>
  <PresentationFormat>Widescreen</PresentationFormat>
  <Paragraphs>114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SHASHANK REDDY GILLELLA</cp:lastModifiedBy>
  <cp:revision>2</cp:revision>
  <dcterms:created xsi:type="dcterms:W3CDTF">2026-08-19T02:17:56Z</dcterms:created>
  <dcterms:modified xsi:type="dcterms:W3CDTF">2026-08-19T02:28:38Z</dcterms:modified>
</cp:coreProperties>
</file>